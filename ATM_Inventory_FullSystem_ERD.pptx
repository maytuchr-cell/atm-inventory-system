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8229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ATM Inventory System — Full Database ERD (23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65760"/>
            <a:ext cx="109728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B0C8E8"/>
                </a:solidFill>
                <a:latin typeface="Calibri"/>
              </a:rPr>
              <a:t>เส้นทึบ = FK บังคับจริง (เชื่อมครบทุก transaction แล้ว)   ·   เส้นประ = เหลือ Ticket / EquivalentPart ที่ยังอ้างด้วย PartNo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76656"/>
            <a:ext cx="27432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850" b="1" i="0">
                <a:solidFill>
                  <a:srgbClr val="2563EB"/>
                </a:solidFill>
                <a:latin typeface="Calibri"/>
              </a:rPr>
              <a:t>MASTER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896112"/>
            <a:ext cx="1325880" cy="740664"/>
          </a:xfrm>
          <a:prstGeom prst="roundRect">
            <a:avLst/>
          </a:prstGeom>
          <a:solidFill>
            <a:srgbClr val="EEF3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896112"/>
            <a:ext cx="1325880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905256"/>
            <a:ext cx="12344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179576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179576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33502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335024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490472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896112"/>
            <a:ext cx="1325880" cy="740664"/>
          </a:xfrm>
          <a:prstGeom prst="roundRect">
            <a:avLst/>
          </a:prstGeom>
          <a:solidFill>
            <a:srgbClr val="EEF3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896112"/>
            <a:ext cx="1325880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1368" y="905256"/>
            <a:ext cx="12344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Vendor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1179576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5" y="1179576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133502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8255" y="1335024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1490472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Name/Type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896112"/>
            <a:ext cx="1325880" cy="740664"/>
          </a:xfrm>
          <a:prstGeom prst="roundRect">
            <a:avLst/>
          </a:prstGeom>
          <a:solidFill>
            <a:srgbClr val="EEF3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896112"/>
            <a:ext cx="1325880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64408" y="905256"/>
            <a:ext cx="12344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Location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1179576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11296" y="1179576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133502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1296" y="1335024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82696" y="1490472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Type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896112"/>
            <a:ext cx="1325880" cy="740664"/>
          </a:xfrm>
          <a:prstGeom prst="roundRect">
            <a:avLst/>
          </a:prstGeom>
          <a:solidFill>
            <a:srgbClr val="EEF3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896112"/>
            <a:ext cx="1325880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27448" y="905256"/>
            <a:ext cx="12344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AtmModel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59" y="1179576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74336" y="1179576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5736" y="1335024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ModelCode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45736" y="1490472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ModelName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676656"/>
            <a:ext cx="27432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SYSTEM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896112"/>
            <a:ext cx="1828800" cy="740664"/>
          </a:xfrm>
          <a:prstGeom prst="roundRect">
            <a:avLst/>
          </a:prstGeom>
          <a:solidFill>
            <a:srgbClr val="F1F2F4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58400" y="896112"/>
            <a:ext cx="1828800" cy="2560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2408" y="905256"/>
            <a:ext cx="17373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04120" y="1179576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9296" y="1179576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133502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9296" y="1335024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Email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0696" y="1490472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Role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58400" y="1691640"/>
            <a:ext cx="1828800" cy="740664"/>
          </a:xfrm>
          <a:prstGeom prst="roundRect">
            <a:avLst/>
          </a:prstGeom>
          <a:solidFill>
            <a:srgbClr val="F1F2F4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58400" y="1691640"/>
            <a:ext cx="1828800" cy="2560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22408" y="1700784"/>
            <a:ext cx="17373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AuditLog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04120" y="197510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9296" y="1975104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0696" y="2130552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EntityType/Id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0696" y="2286000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Action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58400" y="2487168"/>
            <a:ext cx="1828800" cy="585216"/>
          </a:xfrm>
          <a:prstGeom prst="roundRect">
            <a:avLst/>
          </a:prstGeom>
          <a:solidFill>
            <a:srgbClr val="F1F2F4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058400" y="2487168"/>
            <a:ext cx="1828800" cy="2560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22408" y="2496312"/>
            <a:ext cx="17373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SystemSettings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04120" y="277063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9296" y="2770632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0696" y="2926080"/>
            <a:ext cx="146304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IsFrozen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08960" y="2148840"/>
            <a:ext cx="1691640" cy="1051560"/>
          </a:xfrm>
          <a:prstGeom prst="roundRect">
            <a:avLst/>
          </a:prstGeom>
          <a:solidFill>
            <a:srgbClr val="E3ECFD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08960" y="2148840"/>
            <a:ext cx="1691640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72968" y="2157984"/>
            <a:ext cx="160020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Part  (ตัวอะไหล่)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54679" y="243230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19856" y="2432304"/>
            <a:ext cx="132588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54679" y="258775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19856" y="2587752"/>
            <a:ext cx="132588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54679" y="2743200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19856" y="2743200"/>
            <a:ext cx="132588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CategoryId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191256" y="2898648"/>
            <a:ext cx="132588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PartName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91256" y="3054096"/>
            <a:ext cx="132588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min/max/reorder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1938528"/>
            <a:ext cx="27432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850" b="1" i="0">
                <a:solidFill>
                  <a:srgbClr val="0D9488"/>
                </a:solidFill>
                <a:latin typeface="Calibri"/>
              </a:rPr>
              <a:t>STOCK / INVENTORY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09360" y="2148840"/>
            <a:ext cx="1554480" cy="896112"/>
          </a:xfrm>
          <a:prstGeom prst="roundRect">
            <a:avLst/>
          </a:prstGeom>
          <a:solidFill>
            <a:srgbClr val="E9F6F4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09360" y="2148840"/>
            <a:ext cx="1554480" cy="2560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2157984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PartStock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55080" y="243230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0256" y="2432304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55080" y="258775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20256" y="2587752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2743200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20256" y="2743200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91656" y="2898648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Good/DefQty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01000" y="2148840"/>
            <a:ext cx="1554480" cy="896112"/>
          </a:xfrm>
          <a:prstGeom prst="roundRect">
            <a:avLst/>
          </a:prstGeom>
          <a:solidFill>
            <a:srgbClr val="E9F6F4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01000" y="2148840"/>
            <a:ext cx="1554480" cy="2560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65008" y="2157984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PartUnit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46720" y="243230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11896" y="2432304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46720" y="258775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11896" y="2587752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46720" y="2743200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11896" y="2743200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0" y="2898648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11896" y="2898648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309360" y="3246120"/>
            <a:ext cx="1554480" cy="1051560"/>
          </a:xfrm>
          <a:prstGeom prst="roundRect">
            <a:avLst/>
          </a:prstGeom>
          <a:solidFill>
            <a:srgbClr val="E9F6F4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309360" y="3246120"/>
            <a:ext cx="1554480" cy="2560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73368" y="3255263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StockMovement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55080" y="352958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20256" y="3529584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55080" y="368503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20256" y="3685032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55080" y="3840480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20256" y="3840480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PartUnitId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91656" y="3995928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From/ToLoc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91656" y="4151376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Type/Qty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4320" y="1938528"/>
            <a:ext cx="27432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CONFIG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663440" y="2148840"/>
            <a:ext cx="1417320" cy="740664"/>
          </a:xfrm>
          <a:prstGeom prst="roundRect">
            <a:avLst/>
          </a:prstGeom>
          <a:solidFill>
            <a:srgbClr val="F0EFFA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63440" y="2148840"/>
            <a:ext cx="141732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27448" y="2157984"/>
            <a:ext cx="132588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AtmModelPart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09159" y="243230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974336" y="2432304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09159" y="258775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974336" y="2587752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AtmModelId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9159" y="2743200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974336" y="2743200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74320" y="2148840"/>
            <a:ext cx="1417320" cy="585216"/>
          </a:xfrm>
          <a:prstGeom prst="roundRect">
            <a:avLst/>
          </a:prstGeom>
          <a:solidFill>
            <a:srgbClr val="F0EFFA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74320" y="2148840"/>
            <a:ext cx="141732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38328" y="2157984"/>
            <a:ext cx="132588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EquivalentGroup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0040" y="243230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6" y="2432304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56616" y="2587752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74320" y="2971800"/>
            <a:ext cx="1417320" cy="740664"/>
          </a:xfrm>
          <a:prstGeom prst="roundRect">
            <a:avLst/>
          </a:prstGeom>
          <a:solidFill>
            <a:srgbClr val="F0EFFA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74320" y="2971800"/>
            <a:ext cx="141732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8328" y="2980944"/>
            <a:ext cx="132588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EquivGroupMember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0040" y="325526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85216" y="3255264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341071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5216" y="3410712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GroupId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20040" y="3566160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85216" y="3566160"/>
            <a:ext cx="105156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783080" y="2971800"/>
            <a:ext cx="1325880" cy="585216"/>
          </a:xfrm>
          <a:prstGeom prst="roundRect">
            <a:avLst/>
          </a:prstGeom>
          <a:solidFill>
            <a:srgbClr val="F0EFFA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783080" y="2971800"/>
            <a:ext cx="132588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47088" y="2980944"/>
            <a:ext cx="12344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EquivalentPart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828800" y="325526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93976" y="3255264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828800" y="341071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6B7280"/>
                </a:solidFill>
                <a:latin typeface="Calibri"/>
              </a:rPr>
              <a:t>~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093976" y="3410712"/>
            <a:ext cx="9601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Orig/Equiv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74320" y="4224528"/>
            <a:ext cx="27432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TRANSACTIONS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4434840"/>
            <a:ext cx="1554480" cy="740664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74320" y="443484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38328" y="4443983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GoodsReceipt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0040" y="4718303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85216" y="4718303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20040" y="4873751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85216" y="4873751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VendorId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20040" y="5029199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5216" y="5029199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1965960" y="4434840"/>
            <a:ext cx="1554480" cy="740664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965960" y="443484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029967" y="4443983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GoodsReceiptLine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11679" y="4718303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76856" y="4718303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11679" y="4873751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6856" y="4873751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GoodsReceiptId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11679" y="5029199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76856" y="5029199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4320" y="5486400"/>
            <a:ext cx="1554480" cy="585216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74320" y="548640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8328" y="5495544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Ticket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20040" y="576986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5216" y="5769864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TicketId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20040" y="592531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6B7280"/>
                </a:solidFill>
                <a:latin typeface="Calibri"/>
              </a:rPr>
              <a:t>~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85216" y="5925312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Req/AppPartNo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965960" y="5486400"/>
            <a:ext cx="1554480" cy="740664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965960" y="548640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029967" y="5495544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ReturnRequest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11679" y="576986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76856" y="5769864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011679" y="592531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276856" y="5925312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TicketId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011679" y="6080759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276856" y="6080759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657600" y="4434840"/>
            <a:ext cx="1554480" cy="740664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57600" y="443484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721608" y="4443983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StockTransfer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703320" y="4718303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968496" y="4718303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703320" y="4873751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968496" y="4873751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703320" y="5029199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6B7280"/>
                </a:solidFill>
                <a:latin typeface="Calibri"/>
              </a:rPr>
              <a:t>~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968496" y="5029199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From/ToLoc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3657600" y="5486400"/>
            <a:ext cx="1554480" cy="740664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657600" y="548640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721608" y="5495544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DisposalRequest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703320" y="576986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968496" y="5769864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703320" y="592531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968496" y="5925312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703320" y="6080759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6B7280"/>
                </a:solidFill>
                <a:latin typeface="Calibri"/>
              </a:rPr>
              <a:t>~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968496" y="6080759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5349240" y="4434840"/>
            <a:ext cx="1554480" cy="585216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349240" y="443484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5413248" y="4443983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StockCount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394959" y="4718303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660136" y="4718303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431536" y="4873751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Type/Status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349240" y="5486400"/>
            <a:ext cx="1554480" cy="740664"/>
          </a:xfrm>
          <a:prstGeom prst="roundRect">
            <a:avLst/>
          </a:prstGeom>
          <a:solidFill>
            <a:srgbClr val="FBF1E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349240" y="5486400"/>
            <a:ext cx="1554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413248" y="5495544"/>
            <a:ext cx="1463039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StockCountLine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394959" y="5769864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F5A623"/>
                </a:solidFill>
                <a:latin typeface="Calibri"/>
              </a:rPr>
              <a:t>PK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660136" y="5769864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394959" y="5925312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660136" y="5925312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StockCountId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394959" y="6080759"/>
            <a:ext cx="274320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660136" y="6080759"/>
            <a:ext cx="1188719" cy="15544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cxnSp>
        <p:nvCxnSpPr>
          <p:cNvPr id="204" name="Connector 203"/>
          <p:cNvCxnSpPr/>
          <p:nvPr/>
        </p:nvCxnSpPr>
        <p:spPr>
          <a:xfrm>
            <a:off x="937259" y="1266444"/>
            <a:ext cx="3017521" cy="1408176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954780" y="2596896"/>
            <a:ext cx="3131820" cy="77724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954780" y="2596896"/>
            <a:ext cx="4823460" cy="77724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954780" y="2674620"/>
            <a:ext cx="3131820" cy="1097280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7086600" y="2596896"/>
            <a:ext cx="1691640" cy="1175004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63339" y="1266444"/>
            <a:ext cx="3223261" cy="1330452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5326379" y="1266444"/>
            <a:ext cx="45721" cy="125272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982980" y="2441448"/>
            <a:ext cx="0" cy="900684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51560" y="4805172"/>
            <a:ext cx="1691640" cy="0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1051560" y="1266444"/>
            <a:ext cx="1348740" cy="353872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051560" y="5779008"/>
            <a:ext cx="1691640" cy="77724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6126479" y="4727448"/>
            <a:ext cx="0" cy="1129284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743200" y="2674620"/>
            <a:ext cx="1211580" cy="2130552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743200" y="2674620"/>
            <a:ext cx="1211580" cy="3182112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 flipV="1">
            <a:off x="3954780" y="2674620"/>
            <a:ext cx="480060" cy="2130552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 flipV="1">
            <a:off x="3954780" y="2674620"/>
            <a:ext cx="480060" cy="3182112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 flipV="1">
            <a:off x="3954780" y="2674620"/>
            <a:ext cx="2171699" cy="3182112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954780" y="2519172"/>
            <a:ext cx="1417320" cy="1554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982980" y="2674620"/>
            <a:ext cx="2971800" cy="667512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1051560" y="2674620"/>
            <a:ext cx="2903220" cy="3104388"/>
          </a:xfrm>
          <a:prstGeom prst="line">
            <a:avLst/>
          </a:prstGeom>
          <a:ln w="12700">
            <a:solidFill>
              <a:srgbClr val="C06A2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2446020" y="2674620"/>
            <a:ext cx="1508760" cy="589788"/>
          </a:xfrm>
          <a:prstGeom prst="line">
            <a:avLst/>
          </a:prstGeom>
          <a:ln w="12700">
            <a:solidFill>
              <a:srgbClr val="C06A2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tangle 224"/>
          <p:cNvSpPr/>
          <p:nvPr/>
        </p:nvSpPr>
        <p:spPr>
          <a:xfrm>
            <a:off x="274320" y="6510528"/>
            <a:ext cx="457200" cy="3657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777240" y="6437376"/>
            <a:ext cx="1645920" cy="18288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FK (enforced)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2468880" y="6510528"/>
            <a:ext cx="457200" cy="36576"/>
          </a:xfrm>
          <a:prstGeom prst="rect">
            <a:avLst/>
          </a:prstGeom>
          <a:solidFill>
            <a:srgbClr val="C0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971800" y="6437376"/>
            <a:ext cx="3657600" cy="18288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loose link by PartNo (Ticket, EquivalentPart)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949440" y="6437376"/>
            <a:ext cx="4937760" cy="18288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Calibri"/>
              </a:rPr>
              <a:t>~ = อ้างด้วย string PartNo / int LocationId (LocationId ยังไม่เป็น FK)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Part (ตัวอะไหล่)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03504"/>
            <a:ext cx="1097280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ตาราง Parts · ยอดคงเหลือไม่เก็บที่นี่ — คำนวณจาก SUM(PartStock.GoodQty)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13815"/>
            <a:ext cx="1106424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Part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1064240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60704"/>
            <a:ext cx="2489911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9991" y="1060704"/>
            <a:ext cx="2047341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2196" y="1060704"/>
            <a:ext cx="71963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6693" y="1060704"/>
            <a:ext cx="71963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190" y="1060704"/>
            <a:ext cx="4813401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307592"/>
            <a:ext cx="11064240" cy="4942331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307592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9135" y="1307592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5620" y="1307592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0117" y="1307592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0334" y="1307592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522476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1522476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OrderNumber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9135" y="1522476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5620" y="1522476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0334" y="1522476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เลขสั่งซื้อ/อ้างอิงเอกสาร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1737360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9135" y="1737360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5620" y="1737360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0117" y="1737360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90334" y="1737360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รหัสอะไหล่ — business key (ห้ามซ้ำ)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1952243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1952243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39135" y="1952243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varchar(255)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5620" y="1952243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0334" y="1952243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ชื่อ/คำอธิบายอะไหล่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2167128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Unit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39135" y="2167128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5620" y="2167128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0334" y="2167128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หน่วยนับ (default pcs)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2382011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2382011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9135" y="2382011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5620" y="2382011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0334" y="2382011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ซีเรียล (legacy → ใช้ PartUnit)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2596896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CategoryId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39135" y="2596896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5620" y="2596896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70117" y="2596896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90334" y="2596896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Category (Sub Unit)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2811780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811780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CatalogueRef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39135" y="2811780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5620" y="2811780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90334" y="2811780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อ้างอิงเลขใน catalogue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3026663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MinStock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39135" y="3026663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95620" y="3026663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90334" y="3026663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สต็อกขั้นต่ำ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3241548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3241548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MaxStock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39135" y="3241548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95620" y="3241548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90334" y="3241548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สต็อกขั้นสูง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" y="3456431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ReorderPoint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39135" y="3456431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95620" y="3456431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90334" y="3456431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จุดสั่งซื้อใหม่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671315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4360" y="3671315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TrackingNumber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39135" y="3671315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95620" y="3671315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90334" y="3671315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เลขติดตามขนส่ง (legacy)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" y="3886200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Aging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39135" y="3886200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95620" y="3886200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90334" y="3886200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อายุสต็อก วัน (legacy/คำนวณ)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101083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4101083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CostPerUnit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39135" y="4101083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decimal(18,2)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5620" y="4101083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90334" y="4101083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ต้นทุนต่อหน่วย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360" y="4315968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39135" y="4315968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95620" y="4315968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90334" y="4315968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สถานะ — false = soft delete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6928" y="4530852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4530852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39135" y="4530852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5620" y="4530852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90334" y="4530852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" y="4745736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UpdatedAt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39135" y="4745736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5620" y="4745736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90334" y="4745736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เวลาแก้ไขล่าสุด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66928" y="4960620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94360" y="4960620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ExpiryDate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39135" y="4960620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95620" y="4960620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90334" y="4960620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วันหมดอายุ (legacy → PartUnit)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94360" y="5175503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IsUnrepairable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39135" y="5175503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95620" y="5175503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790334" y="5175503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ซ่อมไม่ได้ (legacy → PartUnit)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5390388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94360" y="5390388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MainUnit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39135" y="5390388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95620" y="5390388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90334" y="5390388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กลุ่มหลัก เช่น Cabinet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4360" y="5605271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Remark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139135" y="5605271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95620" y="5605271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790334" y="5605271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หมายเหตุ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6928" y="5820155"/>
            <a:ext cx="110276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94360" y="5820155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ImagePath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39135" y="5820155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varchar(255)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195620" y="5820155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790334" y="5820155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พาธรูป /assets/parts/...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94360" y="6035040"/>
            <a:ext cx="247162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RowVersion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39135" y="6035040"/>
            <a:ext cx="202905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varchar(32)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95620" y="6035040"/>
            <a:ext cx="7744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790334" y="6035040"/>
            <a:ext cx="479511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concurrency token (กันแก้ทับกัน)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Master Data (Category · Vendor · Location)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59536"/>
            <a:ext cx="3749039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749039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06424"/>
            <a:ext cx="80741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4615" y="1106424"/>
            <a:ext cx="65745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6932" y="110642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9365" y="110642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1798" y="1106424"/>
            <a:ext cx="159471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53312"/>
            <a:ext cx="3749039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353312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3759" y="1353312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0356" y="135331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2789" y="135331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0942" y="1353312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568195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568195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3759" y="1568195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0356" y="1568195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02789" y="1568195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0942" y="1568195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ชื่อหมวด = Sub Unit (ห้ามซ้ำ)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783080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Description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3759" y="1783080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0356" y="1783080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42" y="1783080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รายละเอียด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1997964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1997964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3759" y="1997964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40356" y="1997964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0942" y="1997964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สถานะ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859536"/>
            <a:ext cx="3749039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Vendor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0" y="1097280"/>
            <a:ext cx="3749039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8536" y="1106424"/>
            <a:ext cx="80741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50815" y="1106424"/>
            <a:ext cx="65745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63132" y="110642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5565" y="110642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7998" y="1106424"/>
            <a:ext cx="159471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1353312"/>
            <a:ext cx="3749039" cy="128930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1353312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59959" y="1353312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6556" y="135331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8989" y="135331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7142" y="1353312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70248" y="1568195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80" y="1568195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59959" y="1568195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26556" y="1568195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7142" y="1568195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ชื่อผู้ขาย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1783080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59959" y="1783080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26556" y="1783080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8989" y="1783080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97142" y="1783080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รหัสผู้ขาย (ห้ามซ้ำ)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70248" y="1997964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97680" y="1997964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VendorType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59959" y="1997964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26556" y="1997964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97142" y="1997964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GRG | LOCAL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97680" y="2212848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ContactInfo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9959" y="2212848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varchar(255)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26556" y="2212848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97142" y="2212848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ข้อมูลติดต่อ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70248" y="2427732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7680" y="2427732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59959" y="2427732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26556" y="242773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97142" y="2427732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สถานะ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38160" y="859536"/>
            <a:ext cx="36576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Location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38160" y="1097280"/>
            <a:ext cx="3657600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74736" y="1106424"/>
            <a:ext cx="7863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15984" y="1106424"/>
            <a:ext cx="640080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10928" y="1106424"/>
            <a:ext cx="2011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66959" y="1106424"/>
            <a:ext cx="2011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22991" y="1106424"/>
            <a:ext cx="1554480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138160" y="1353312"/>
            <a:ext cx="3657600" cy="107441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83880" y="1353312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25128" y="1353312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74352" y="1353312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30384" y="1353312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32136" y="1353312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56448" y="1568195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83880" y="1568195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25128" y="1568195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74352" y="1568195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32136" y="1568195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ชื่อคลัง/จุดเก็บ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83880" y="1783080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Code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25128" y="1783080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74352" y="1783080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30384" y="1783080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32136" y="1783080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รหัสคลัง (ห้ามซ้ำ)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156448" y="1997964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183880" y="1997964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LocationType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25128" y="1997964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varchar(30)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74352" y="1997964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32136" y="1997964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ประเภท เช่น WH/GRG/SCRAP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83880" y="2212848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25128" y="2212848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674352" y="2212848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32136" y="2212848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สถานะ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Part Configuration (ATM Group · Equivalent)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59536"/>
            <a:ext cx="557784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534AB7"/>
                </a:solidFill>
                <a:latin typeface="Calibri"/>
              </a:rPr>
              <a:t>AtmModel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57784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06424"/>
            <a:ext cx="122803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5239" y="1106424"/>
            <a:ext cx="100492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5028" y="110642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477" y="110642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5926" y="1106424"/>
            <a:ext cx="239938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53312"/>
            <a:ext cx="5577840" cy="128930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353312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4383" y="1353312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8452" y="135331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8901" y="135331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5070" y="1353312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568195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568195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ModelCode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4383" y="1568195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8452" y="1568195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5070" y="1568195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รหัสกลุ่ม/รุ่น (Group Code)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1783080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ModelName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4383" y="1783080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8452" y="1783080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5070" y="1783080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ชื่อกลุ่ม/รุ่น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1997964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997964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Manufacturer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4383" y="1997964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8452" y="1997964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5070" y="1997964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ผู้ผลิต เช่น GRG/NCR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212848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Description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4383" y="2212848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8452" y="2212848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5070" y="2212848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รายละเอียด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2427732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427732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4383" y="2427732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08452" y="242773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5070" y="2427732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สถานะ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3419856"/>
            <a:ext cx="557784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534AB7"/>
                </a:solidFill>
                <a:latin typeface="Calibri"/>
              </a:rPr>
              <a:t>AtmModelPart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657600"/>
            <a:ext cx="557784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6" y="3666744"/>
            <a:ext cx="122803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85239" y="3666744"/>
            <a:ext cx="100492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5028" y="366674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35477" y="366674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5926" y="3666744"/>
            <a:ext cx="239938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913632"/>
            <a:ext cx="55778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3913632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94383" y="3913632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8452" y="391363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98901" y="391363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35070" y="3913632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" y="4128516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4128516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AtmModelId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4383" y="4128516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08452" y="4128516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98901" y="4128516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35070" y="4128516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AtmModel (Cascade)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4343400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4383" y="4343400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08452" y="4343400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98901" y="4343400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35070" y="4343400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" y="4558284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4558284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4383" y="4558284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08452" y="4558284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35070" y="4558284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 — UK(AtmModelId,PartNo)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859536"/>
            <a:ext cx="557784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534AB7"/>
                </a:solidFill>
                <a:latin typeface="Calibri"/>
              </a:rPr>
              <a:t>EquivalentGroup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1097280"/>
            <a:ext cx="557784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54496" y="1106424"/>
            <a:ext cx="122803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37399" y="1106424"/>
            <a:ext cx="100492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97188" y="110642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87637" y="110642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78086" y="1106424"/>
            <a:ext cx="239938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0" y="1353312"/>
            <a:ext cx="55778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63640" y="1353312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46543" y="1353312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0612" y="135331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51061" y="135331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87230" y="1353312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36207" y="1568195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63640" y="1568195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6543" y="1568195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0612" y="1568195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7230" y="1568195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ชื่อกลุ่มอะไหล่ทดแทน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63640" y="1783080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Description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6543" y="1783080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60612" y="1783080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7230" y="1783080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รายละเอียด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236207" y="1997964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63640" y="1997964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46543" y="1997964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60612" y="1997964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87230" y="1997964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17920" y="2871215"/>
            <a:ext cx="557784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534AB7"/>
                </a:solidFill>
                <a:latin typeface="Calibri"/>
              </a:rPr>
              <a:t>EquivalentGroupMember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17920" y="3108960"/>
            <a:ext cx="557784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54496" y="3118103"/>
            <a:ext cx="122803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37399" y="3118103"/>
            <a:ext cx="100492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597188" y="3118103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7637" y="3118103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78086" y="3118103"/>
            <a:ext cx="239938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217920" y="3364991"/>
            <a:ext cx="55778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63640" y="3364991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46543" y="3364991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0612" y="3364991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51061" y="3364991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87230" y="3364991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36207" y="3579875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263640" y="3579875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GroupId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46543" y="3579875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0612" y="3579875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51061" y="3579875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87230" y="3579875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EquivalentGroup (Cascade)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63640" y="3794759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546543" y="3794759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0612" y="3794759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51061" y="3794759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387230" y="3794759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236207" y="4009644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263640" y="4009644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46543" y="4009644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0612" y="4009644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87230" y="4009644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 — UK(GroupId,PartNo)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17920" y="4517136"/>
            <a:ext cx="557784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534AB7"/>
                </a:solidFill>
                <a:latin typeface="Calibri"/>
              </a:rPr>
              <a:t>EquivalentPart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217920" y="4754880"/>
            <a:ext cx="5577840" cy="25603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254496" y="4764024"/>
            <a:ext cx="122803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537399" y="4764024"/>
            <a:ext cx="100492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97188" y="476402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987637" y="4764024"/>
            <a:ext cx="3355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78086" y="4764024"/>
            <a:ext cx="239938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217920" y="5010912"/>
            <a:ext cx="5577840" cy="64465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263640" y="5010912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546543" y="5010912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60612" y="501091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51061" y="5010912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87230" y="5010912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36207" y="5225796"/>
            <a:ext cx="554126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263640" y="5225796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OriginalPartNo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546543" y="5225796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560612" y="5225796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51061" y="5225796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87230" y="5225796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อะไหล่ต้นทาง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63640" y="5440680"/>
            <a:ext cx="1209751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EquivalentPartNo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546543" y="5440680"/>
            <a:ext cx="98663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60612" y="5440680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951061" y="5440680"/>
            <a:ext cx="3904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387230" y="5440680"/>
            <a:ext cx="238109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อะไหล่ทดแทน — UK(Orig,Equiv)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Stock Core (PartStock · PartUnit)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50976"/>
            <a:ext cx="54864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PartStock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2560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197864"/>
            <a:ext cx="120700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197864"/>
            <a:ext cx="9875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8064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197864"/>
            <a:ext cx="23591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444752"/>
            <a:ext cx="5486400" cy="15041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44475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4792" y="144475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5536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144475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659636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165963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165963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1488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5536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165963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— UQ(PartId,LocationId)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74519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1874519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45536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1874519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" y="2089404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08940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GoodQty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208940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61488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304" y="208940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จำนวนสภาพดี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230428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DefectiveQty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64792" y="230428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61488" y="230428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5304" y="230428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จำนวนสภาพเสีย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2519172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51917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UpdatedAt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64792" y="251917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61488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304" y="251917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เวลายอดเปลี่ยนล่าสุด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273405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RowVersion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64792" y="273405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varchar(32)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61488" y="273405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75304" y="273405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concurrency token (กันยอดทับกัน)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950976"/>
            <a:ext cx="54864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PartUnit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1188720"/>
            <a:ext cx="5486400" cy="2560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4496" y="1197864"/>
            <a:ext cx="120700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16367" y="1197864"/>
            <a:ext cx="9875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58784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42832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1197864"/>
            <a:ext cx="23591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1444752"/>
            <a:ext cx="5486400" cy="193395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144475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144475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22208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06256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36024" y="144475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36207" y="1659636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165963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25512" y="165963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22208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06256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36024" y="165963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(Cascade)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63640" y="1874519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25512" y="1874519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06256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36024" y="1874519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Location (SetNull)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6207" y="2089404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63640" y="208940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208940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22208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06256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36024" y="208940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ซีเรียลของชิ้นนี้ (ห้ามซ้ำ)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63640" y="230428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Condition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25512" y="230428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22208" y="230428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36024" y="230428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Good | Defective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36207" y="2519172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63640" y="251917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ExpiryDate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25512" y="251917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36024" y="251917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วันหมดอายุของชิ้นนี้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63640" y="273405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IsUnrepairable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25512" y="273405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273405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36024" y="273405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ซ่อมไม่ได้ → Disposal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36207" y="2948940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63640" y="2948940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ReceivedAt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525512" y="2948940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22208" y="2948940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36024" y="2948940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วันรับเข้า (ใช้คำนวณ Aging)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63640" y="316382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25512" y="316382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22208" y="316382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336024" y="316382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InStock|Issued|Disposed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StockMovement (Ledger)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03504"/>
            <a:ext cx="1097280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FK PartId เชื่อม Part จริง (Restrict) · PartNo เป็น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50976"/>
            <a:ext cx="1088136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StockMovement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10881360" cy="2560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197864"/>
            <a:ext cx="244784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9368" y="1197864"/>
            <a:ext cx="201259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6827" y="1197864"/>
            <a:ext cx="706831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8522" y="1197864"/>
            <a:ext cx="706831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0217" y="1197864"/>
            <a:ext cx="473293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444752"/>
            <a:ext cx="10881360" cy="343814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444752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8512" y="1444752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251" y="144475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946" y="144475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9361" y="1444752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1659636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659636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MovementType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8512" y="1659636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0251" y="1659636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79361" y="1659636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GR/Issue/Return/Transfer/Disposal/Adjust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874519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8512" y="1874519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0251" y="1874519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946" y="1874519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9361" y="1874519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089404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089404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88512" y="2089404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0251" y="2089404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79361" y="2089404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 ของ PartNo ตอนนั้น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04288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PartUnitId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88512" y="2304288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0251" y="230428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71946" y="230428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79361" y="2304288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PartUnit (ชิ้นซีเรียล ถ้ามี, SetNull)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2519172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519172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FromLocationId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88512" y="2519172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0251" y="251917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79361" y="2519172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คลังต้นทาง (ออก)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734056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ToLocationId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88512" y="2734056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0251" y="2734056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79361" y="2734056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คลังปลายทาง (เข้า)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2948940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2948940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Qty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88512" y="2948940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0251" y="2948940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79361" y="2948940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จำนวนที่ขยับ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3163824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Condition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88512" y="3163824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0251" y="3163824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79361" y="3163824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Good | Defective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3378708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3378708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RefType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8512" y="3378708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0251" y="337870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79361" y="3378708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Ticket/GoodsReceipt/Transfer...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3593591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RefId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88512" y="3593591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10251" y="3593591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79361" y="3593591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เลขเอกสารอ้างอิง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3808476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3808476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88512" y="3808476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decimal(18,2)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10251" y="3808476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79361" y="3808476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ต้นทุน ณ ตอนขยับ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4023360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88512" y="4023360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0251" y="4023360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79361" y="4023360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ซีเรียล (ถ้ามี)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8368" y="4238244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" y="4238244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Remarks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8512" y="4238244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0251" y="4238244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79361" y="4238244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หมายเหตุ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4453128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UserName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88512" y="4453128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10251" y="445312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9361" y="4453128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ผู้ทำรายการ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8" y="4668012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5800" y="4668012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Timestamp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88512" y="4668012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210251" y="466801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79361" y="4668012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เวลาที่ทำรายการ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Goods Receipt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50976"/>
            <a:ext cx="54864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GoodsReceipt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197864"/>
            <a:ext cx="120700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197864"/>
            <a:ext cx="9875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8064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197864"/>
            <a:ext cx="23591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444752"/>
            <a:ext cx="5486400" cy="193395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44475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4792" y="144475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5536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144475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659636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165963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ReceiptNo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165963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1488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5304" y="165963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เลขที่ใบรับ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874519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1874519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75304" y="1874519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GRG | LocalVendor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2089404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08940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VendorId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208940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45536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304" y="208940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Vendor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230428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RefDocument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64792" y="230428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61488" y="230428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5304" y="230428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Forecast/Lot/PO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" y="2519172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251917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64792" y="251917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61488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45536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304" y="251917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Location ปลายทาง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273405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ReceivedBy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64792" y="273405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61488" y="273405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75304" y="273405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ผู้รับ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948940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2948940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ReceivedAt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64792" y="2948940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61488" y="2948940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5304" y="2948940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เวลารับ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316382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HandlingCost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64792" y="316382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decimal(18,2)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61488" y="316382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75304" y="316382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ค่าจัดการ/ขนส่ง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950976"/>
            <a:ext cx="54864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GoodsReceiptLine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1188720"/>
            <a:ext cx="548640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54496" y="1197864"/>
            <a:ext cx="120700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16367" y="1197864"/>
            <a:ext cx="9875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8784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42832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1197864"/>
            <a:ext cx="23591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1444752"/>
            <a:ext cx="5486400" cy="193395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63640" y="144475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5512" y="144475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06256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36024" y="144475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36207" y="1659636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165963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GoodsReceiptId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25512" y="165963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22208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06256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36024" y="165963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GoodsReceipt (Cascade)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63640" y="1874519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25512" y="1874519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22208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06256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36024" y="1874519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36207" y="2089404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208940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25512" y="208940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36024" y="208940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63640" y="230428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Qty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25512" y="230428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22208" y="230428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36024" y="230428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จำนวน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36207" y="2519172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63640" y="251917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Condition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25512" y="251917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22208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36024" y="251917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Good | Defective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63640" y="273405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525512" y="273405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273405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36024" y="273405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ซีเรียล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36207" y="2948940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2948940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IsManualAdjust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25512" y="2948940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522208" y="2948940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36024" y="2948940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ปรับมือ (ต้องมี Remarks)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63640" y="316382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Remarks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525512" y="316382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22208" y="316382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36024" y="316382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หมายเหตุ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Ticket (Issue &amp; Withdrawal)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88136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Ticket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97280"/>
            <a:ext cx="1088136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106424"/>
            <a:ext cx="244784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9368" y="1106424"/>
            <a:ext cx="201259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6827" y="1106424"/>
            <a:ext cx="706831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8522" y="1106424"/>
            <a:ext cx="706831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0217" y="1106424"/>
            <a:ext cx="473293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353312"/>
            <a:ext cx="10881360" cy="42976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53312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TicketId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8512" y="1353312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0251" y="135331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946" y="135331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9361" y="1353312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1568195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568195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TechEmail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8512" y="1568195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0251" y="1568195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9361" y="1568195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อีเมลช่าง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1783080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TechId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8512" y="1783080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0251" y="1783080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79361" y="1783080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รหัสช่าง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1997964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1997964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TechName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88512" y="1997964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0251" y="1997964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9361" y="1997964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ชื่อช่าง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212848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TechPhone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88512" y="2212848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0251" y="221284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79361" y="2212848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เบอร์ช่าง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2427732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2427732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TechDept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8512" y="2427732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0251" y="242773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79361" y="2427732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แผนก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642615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RequestedPartNo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88512" y="2642615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0251" y="2642615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71946" y="2642615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79361" y="2642615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อะไหล่ที่ขอ (อ้าง Part.PartNo)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2857500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2857500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ApprovedPartNo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88512" y="2857500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0251" y="2857500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71946" y="2857500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79361" y="2857500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อะไหล่ที่อนุมัติ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3072384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FaultySerialNo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88512" y="3072384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0251" y="3072384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79361" y="3072384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ซีเรียลของเสีย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3287268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3287268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FaultyPartNo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88512" y="3287268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10251" y="328726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79361" y="3287268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รหัสอะไหล่เสีย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3502151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MachineModel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8512" y="3502151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0251" y="3502151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79361" y="3502151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รุ่นเครื่อง ATM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3717035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3717035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Description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88512" y="3717035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10251" y="3717035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79361" y="3717035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อาการ/รายละเอียด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3931920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AttachmentPath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8512" y="3931920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varchar(255)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10251" y="3931920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79361" y="3931920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รูปแนบ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368" y="4146804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" y="4146804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MainCause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8512" y="4146804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varchar(255)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0251" y="4146804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79361" y="4146804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สาเหตุหลัก (FR-IW-01)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4361688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LogisticsCost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88512" y="4361688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decimal(18,2)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10251" y="436168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79361" y="4361688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ค่าขนส่งจริง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8368" y="4576572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5800" y="4576572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88512" y="4576572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10251" y="4576572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79361" y="4576572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Pending/Approved/...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4791456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IsDOA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8512" y="4791456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10251" y="4791456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79361" y="4791456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Dead-on-arrival (FR-MC-04)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8368" y="5006340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85800" y="5006340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8512" y="5006340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10251" y="5006340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79361" y="5006340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5221223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ReceivedAt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88512" y="5221223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0251" y="5221223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79361" y="5221223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เวลารับของ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58368" y="5436108"/>
            <a:ext cx="1084478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85800" y="5436108"/>
            <a:ext cx="242956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DueDate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88512" y="5436108"/>
            <a:ext cx="199430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10251" y="5436108"/>
            <a:ext cx="76169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79361" y="5436108"/>
            <a:ext cx="471464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กำหนดส่ง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Returns · Transfers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50976"/>
            <a:ext cx="54864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ReturnRequest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197864"/>
            <a:ext cx="120700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197864"/>
            <a:ext cx="9875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8064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197864"/>
            <a:ext cx="23591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444752"/>
            <a:ext cx="5486400" cy="214883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44475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4792" y="144475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5536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144475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659636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165963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TicketId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165963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1488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5536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165963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Ticket (Restrict, บังคับ)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74519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1874519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45536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1874519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" y="2089404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08940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208940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61488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304" y="208940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230428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Condition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64792" y="230428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61488" y="230428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5304" y="230428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Good | Defective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2519172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51917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SourceType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64792" y="251917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61488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304" y="251917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Technician/GRG/LocalVendor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273405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LocationFromId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64792" y="273405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61488" y="273405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75304" y="273405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คลังต้นทาง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948940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2948940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LocationToId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64792" y="2948940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61488" y="2948940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5304" y="2948940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คลังปลายทาง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316382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ReturnedBy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64792" y="316382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61488" y="316382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75304" y="316382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ผู้คืน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" y="3378708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37870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64792" y="337870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61488" y="337870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75304" y="337870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950976"/>
            <a:ext cx="54864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StockTransfer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1188720"/>
            <a:ext cx="548640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54496" y="1197864"/>
            <a:ext cx="120700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7" y="1197864"/>
            <a:ext cx="9875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58784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42832" y="1197864"/>
            <a:ext cx="3291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1197864"/>
            <a:ext cx="2359152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17920" y="1444752"/>
            <a:ext cx="5486400" cy="300837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63640" y="144475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25512" y="144475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22208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06256" y="144475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36024" y="144475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36207" y="1659636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65963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25512" y="165963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22208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06256" y="165963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36024" y="165963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1874519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25512" y="1874519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22208" y="1874519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36024" y="1874519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36207" y="2089404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63640" y="208940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Qty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25512" y="208940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22208" y="208940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36024" y="208940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จำนวน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63640" y="230428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Condition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25512" y="230428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22208" y="230428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36024" y="230428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Good | Defective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36207" y="2519172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263640" y="2519172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FromLocationId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525512" y="2519172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06256" y="2519172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336024" y="2519172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คลังต้นทาง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63640" y="273405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ToLocationId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25512" y="273405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522208" y="273405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6256" y="273405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36024" y="273405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คลังปลายทาง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236207" y="2948940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63640" y="2948940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5512" y="2948940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22208" y="2948940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36024" y="2948940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Pending/Approved/InTransit/Received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63640" y="316382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RequestedBy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25512" y="316382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22208" y="316382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36024" y="316382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ผู้ขอ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36207" y="3378708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263640" y="3378708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ApprovedBy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525512" y="3378708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22208" y="3378708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336024" y="3378708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ผู้อนุมัติ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63640" y="3593591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25512" y="3593591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22208" y="3593591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36024" y="3593591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36207" y="3808476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263640" y="3808476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ApprovedAt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25512" y="3808476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22208" y="3808476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36024" y="3808476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เวลาอนุมัติ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63640" y="4023360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ConfirmedAt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525512" y="4023360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22208" y="4023360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336024" y="4023360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เวลายืนยันส่ง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236207" y="4238244"/>
            <a:ext cx="54498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263640" y="4238244"/>
            <a:ext cx="1188720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ReceivedAt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525512" y="4238244"/>
            <a:ext cx="9692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522208" y="4238244"/>
            <a:ext cx="38404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36024" y="4238244"/>
            <a:ext cx="2340864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เวลารับปลายทาง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Stock Count · Disposal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50976"/>
            <a:ext cx="3749039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StockCount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749039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97864"/>
            <a:ext cx="80741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4615" y="1197864"/>
            <a:ext cx="65745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6932" y="119786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9365" y="119786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1798" y="1197864"/>
            <a:ext cx="159471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749039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444752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3759" y="1444752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0356" y="144475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2789" y="144475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0942" y="1444752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659636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659636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CountType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3759" y="1659636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0356" y="1659636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0942" y="1659636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Cycle | Annual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1874519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3759" y="1874519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0356" y="1874519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42" y="1874519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เช่น 2026-Q1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089404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089404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3759" y="2089404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0356" y="2089404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942" y="2089404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Draft/InProgress/Completed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304288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IsSystemFrozen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3759" y="2304288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40356" y="2304288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0942" y="2304288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freeze ระบบระหว่างนับ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2519172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519172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StartedBy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3759" y="2519172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356" y="251917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0942" y="2519172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ผู้เริ่มนับ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2734056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73759" y="2734056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0356" y="2734056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0942" y="2734056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2948940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948940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CompletedAt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73759" y="2948940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0356" y="2948940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0942" y="2948940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เวลาเสร็จ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0" y="950976"/>
            <a:ext cx="384048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StockCountLine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1188720"/>
            <a:ext cx="384048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88536" y="1197864"/>
            <a:ext cx="828446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71846" y="1197864"/>
            <a:ext cx="674827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1537" y="1197864"/>
            <a:ext cx="21396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0371" y="1197864"/>
            <a:ext cx="21396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9204" y="1197864"/>
            <a:ext cx="1634947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1444752"/>
            <a:ext cx="3840480" cy="214883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1444752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80990" y="1444752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4961" y="1444752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3795" y="1444752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8348" y="1444752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0248" y="1659636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1659636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StockCountId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80990" y="1659636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64961" y="1659636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33795" y="1659636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8348" y="1659636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StockCount (Cascade)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97680" y="1874519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0990" y="1874519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4961" y="1874519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3795" y="1874519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48348" y="1874519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70248" y="2089404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97680" y="2089404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80990" y="2089404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64961" y="2089404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8348" y="2089404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97680" y="2304288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80990" y="2304288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64961" y="2304288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48348" y="2304288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คลังที่นับ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70248" y="2519172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97680" y="2519172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SystemQty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0990" y="2519172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64961" y="2519172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48348" y="2519172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ยอดระบบ ณ ตอนเริ่มนับ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97680" y="2734056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PhysicalQty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80990" y="2734056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64961" y="2734056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48348" y="2734056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ยอดนับจริง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70248" y="2948940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0" y="2948940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Variance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80990" y="2948940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 (computed)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64961" y="2948940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48348" y="2948940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ผลต่าง = Physical - System (ไม่เก็บ)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97680" y="3163824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AdjustApproved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80990" y="3163824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864961" y="3163824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48348" y="3163824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อนุมัติปรับยอด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270248" y="3378708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97680" y="3378708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Remarks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80990" y="3378708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varchar(500)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64961" y="3378708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48348" y="3378708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หมายเหตุ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0" y="950976"/>
            <a:ext cx="36576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DisposalRequest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229600" y="1188720"/>
            <a:ext cx="3657600" cy="2560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66175" y="1197864"/>
            <a:ext cx="7863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07424" y="1197864"/>
            <a:ext cx="640080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802367" y="1197864"/>
            <a:ext cx="2011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058399" y="1197864"/>
            <a:ext cx="2011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14431" y="1197864"/>
            <a:ext cx="1554480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229600" y="1444752"/>
            <a:ext cx="3657600" cy="2793491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275320" y="1444752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116568" y="1444752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65792" y="1444752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21824" y="1444752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23576" y="1444752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247888" y="1659636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275320" y="1659636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16568" y="1659636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765792" y="1659636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21824" y="1659636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23576" y="1659636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→ Part (Restrict)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75320" y="1874519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16568" y="1874519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765792" y="1874519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323576" y="1874519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snapshot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247888" y="2089404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275320" y="2089404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16568" y="2089404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765792" y="2089404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323576" y="2089404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ซีเรียล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75320" y="2304288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16568" y="2304288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765792" y="2304288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21824" y="2304288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323576" y="2304288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คลัง (ปกติ Scrap)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47888" y="2519172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275320" y="2519172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Qty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16568" y="2519172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765792" y="2519172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23576" y="2519172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จำนวน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75320" y="2734056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116568" y="2734056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765792" y="2734056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323576" y="2734056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Pending/Approved/Disposed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247888" y="2948940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275320" y="2948940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ReasonCode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116568" y="2948940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varchar(30)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765792" y="2948940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323576" y="2948940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Expired/Unrepairable/Damaged/Other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275320" y="3163824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RequestedBy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16568" y="3163824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765792" y="3163824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323576" y="3163824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ผู้ขอ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247888" y="3378708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275320" y="3378708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ApprovedBy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116568" y="3378708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765792" y="3378708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323576" y="3378708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ผู้อนุมัติ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275320" y="3593591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116568" y="3593591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765792" y="3593591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323576" y="3593591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247888" y="3808476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275320" y="3808476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ApprovedAt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116568" y="3808476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765792" y="3808476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323576" y="3808476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เวลาอนุมัติ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275320" y="4023360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DisposedAt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16568" y="4023360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765792" y="4023360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323576" y="4023360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เวลาทำลาย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Dictionary — System (User · AuditLog · Settings)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50976"/>
            <a:ext cx="3749039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749039" cy="2560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97864"/>
            <a:ext cx="807415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4615" y="1197864"/>
            <a:ext cx="65745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6932" y="119786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9365" y="1197864"/>
            <a:ext cx="2075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1798" y="1197864"/>
            <a:ext cx="1594713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749039" cy="15041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444752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3759" y="1444752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0356" y="144475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2789" y="144475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0942" y="1444752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659636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659636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Email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3759" y="1659636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0356" y="1659636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02789" y="1659636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0942" y="1659636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อีเมล (lower-case, ห้ามซ้ำ)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874519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PasswordHash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3759" y="1874519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varchar(255)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0356" y="1874519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42" y="1874519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salt:hash (PBKDF2)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089404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089404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3759" y="2089404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40356" y="2089404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0942" y="2089404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Admin | Tech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2304288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3759" y="2304288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varchar(150)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0356" y="2304288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0942" y="2304288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ชื่อผู้ใช้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2519172"/>
            <a:ext cx="3712463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519172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3759" y="2519172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0356" y="2519172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10942" y="2519172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สถานะ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2734056"/>
            <a:ext cx="789127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73759" y="2734056"/>
            <a:ext cx="63916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0356" y="2734056"/>
            <a:ext cx="2624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10942" y="2734056"/>
            <a:ext cx="1576425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950976"/>
            <a:ext cx="384048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AuditLog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0" y="1188720"/>
            <a:ext cx="3840480" cy="2560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88536" y="1197864"/>
            <a:ext cx="828446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71846" y="1197864"/>
            <a:ext cx="674827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01537" y="1197864"/>
            <a:ext cx="21396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70371" y="1197864"/>
            <a:ext cx="213969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39204" y="1197864"/>
            <a:ext cx="1634947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1960" y="1444752"/>
            <a:ext cx="3840480" cy="193395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7680" y="1444752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80990" y="1444752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64961" y="1444752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3795" y="1444752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8348" y="1444752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70248" y="1659636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97680" y="1659636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EntityType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80990" y="1659636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varchar(30)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4961" y="1659636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8348" y="1659636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Part/Category/Location/...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0" y="1874519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EntityId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80990" y="1874519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64961" y="1874519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8348" y="1874519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id ของ entity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70248" y="2089404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97680" y="2089404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0990" y="2089404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varchar(20)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4961" y="2089404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8348" y="2089404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CREATE/UPDATE/DELETE/APPROVE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80" y="2304288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OldValues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0990" y="2304288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text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4961" y="2304288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48348" y="2304288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ค่าก่อนแก้ (JSON)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70248" y="2519172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97680" y="2519172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NewValues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80990" y="2519172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text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64961" y="2519172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48348" y="2519172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ค่าหลังแก้ (JSON)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0" y="2734056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UserId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80990" y="2734056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varchar(50)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64961" y="2734056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48348" y="2734056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id ผู้ทำ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70248" y="2948940"/>
            <a:ext cx="380390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97680" y="2948940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UserName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80990" y="2948940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varchar(100)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64961" y="2948940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48348" y="2948940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ชื่อผู้ทำ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3163824"/>
            <a:ext cx="810158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Timestamp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80990" y="3163824"/>
            <a:ext cx="65653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datetime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64961" y="3163824"/>
            <a:ext cx="268833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48348" y="3163824"/>
            <a:ext cx="1616659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เวลา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29600" y="950976"/>
            <a:ext cx="365760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SystemSettings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229600" y="1188720"/>
            <a:ext cx="3657600" cy="2560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66175" y="1197864"/>
            <a:ext cx="786384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07424" y="1197864"/>
            <a:ext cx="640080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Data Type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02367" y="1197864"/>
            <a:ext cx="2011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Null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58399" y="1197864"/>
            <a:ext cx="20116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Key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1" y="1197864"/>
            <a:ext cx="1554480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29600" y="1444752"/>
            <a:ext cx="3657600" cy="64465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275320" y="1444752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16568" y="1444752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65792" y="1444752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21824" y="1444752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23576" y="1444752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Primary key (row เดียว Id=1)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247888" y="1659636"/>
            <a:ext cx="3621024" cy="21488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275320" y="1659636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IsFrozen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16568" y="1659636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tinyint(1)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65792" y="1659636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B0B0B0"/>
                </a:solidFill>
                <a:latin typeface="Calibr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23576" y="1659636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freeze ระบบ (ระหว่างนับสต็อก)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75320" y="1874519"/>
            <a:ext cx="768096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1E2D40"/>
                </a:solidFill>
                <a:latin typeface="Consolas"/>
              </a:rPr>
              <a:t>ActiveStockCountId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16568" y="1874519"/>
            <a:ext cx="6217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2563EB"/>
                </a:solidFill>
                <a:latin typeface="Consolas"/>
              </a:rPr>
              <a:t>int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765792" y="1874519"/>
            <a:ext cx="25603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6B7280"/>
                </a:solidFill>
                <a:latin typeface="Calibri"/>
              </a:rPr>
              <a:t>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23576" y="1874519"/>
            <a:ext cx="1536192" cy="2148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1E2D40"/>
                </a:solidFill>
                <a:latin typeface="Calibri"/>
              </a:rPr>
              <a:t>รอบนับที่กำลัง active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5760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47088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21408" y="6547104"/>
            <a:ext cx="74980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008376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282696" y="6547104"/>
            <a:ext cx="1069848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89704" y="6547104"/>
            <a:ext cx="274320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Calibri"/>
              </a:rPr>
              <a:t>~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764024" y="6547104"/>
            <a:ext cx="2157984" cy="2011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loose link by PartNo (no FK)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